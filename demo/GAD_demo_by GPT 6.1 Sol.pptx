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本次精读两篇论文：Rethinking Feature Alignment in Generalist Graph Anomaly Detection: A Relational Fingerprint-based Approach（ICML 2026）；Is Real-World Training Data Necessary for Generalist Graph Anomaly Detection?（arXiv 2026）。按约 25 分钟安排，目录页快速过渡。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先区分“目标图上不更新参数”和“完全不需要标签”。论文题目中的 synthetic-only 指模型训练数据，不能扩展为测试时没有真实图或标签。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这是一条研究主线：第一篇改输入表示，第二篇扩展训练分布并调整学习方式。这里概括的是论文所比较的路线，不声称所有通用 GAD 都采用同一机制。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绿色与红色表示预训练收益的正负，原图保留论文配色。既有方法并非完全失效，而是训练知识的迁移性有限。图中百分号沿用原文，汇报时按 AUROC 百分点解释。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t-SNE 是分布差异的可视化证据，单凭聚类图不能证明全部负迁移原因。与邻域一致性消融结合后，作者提出可迁移关系指纹这一设计。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先看左侧，把任意原始特征和结构转换成可比较的统计量；右侧学习统计量间的组合模式。原始属性仍参与指纹计算，只是不直接作为编码器输入。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NP、ND、GD 仍使用节点属性，因此不能把 ReFi 理解成纯结构特征。排名变换减少尺度差异，也可能丢失绝对幅值信息，这是后续可讨论的取舍。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将查询集并入正常背景的估计依赖异常稀少这一条件，异常率变化时值得单独验证。默认每类支撑集 k=50，所以总支撑节点为 100；目标图上不做梯度更新。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两组各含七个数据集，交替作为训练与测试集，默认每类支撑 k=50。原文提升 7.39 来自汇总均值之差，逐集未先舍入计算为 7.40，是精度口径差异。传统方法也按源图训练、跨图评估。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全部数据集完整模型减 w/o R 约为 20.39，Group 2 为 24.10；w/o D 的差距分别为 0.70、0.88。正文 §5.3 使用全部数据集，主文 Table 2 只展示 Group 2，附录 Table 8 才列完整范围。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此图给出的是平均结果，接近不代表每个目标图都接近。不能从这一个对比把全部增益归因于参数容量，第二篇同时改变了模型结构和训练策略。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AG-Forge 是生成器，TS-GGAD 是检测器，二者角色不同。下方拓扑流沿用关系指纹思想，语义流补充原始属性证据，课程学习调节训练样本。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这些是设计出来的生成先验，而非从全部真实分布中无偏采样。此处 LC 是 Link Concentration，与第一篇局部聚类系数的 LC 同名但不同义。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语义流保留 PCA，但随后加入地标几何归一化，因此不能简化为回到只靠 PCA。论文使用 256 维、4 层 Transformer，默认支撑参数 K=30。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TS-GGAD 真实训练的 82.9 仅来自图中一位小数，不能当成表格精度的数据。前四行变化用显示均值作差。两个跨方法差距均由 Table 1 未先舍入的逐集数值计算，后者 5.03 与显示均值之差 5.02 有舍入差异。默认 K=30。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差距按表中显示均值计算。生成策略每一项均是分别去掉一种机制后的范围或平均下降，不是同时删除整类策略。差距大小依赖变体定义，不能直接等同于因素的重要性排序。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 ReFi-GAD 在第二篇的均值为 81.22，而第一篇为 85.08。支撑大小确实不同，但论文未用完全受控实验分解差异来源，因此不能断言全部下降由 k 引起。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这里把作者观察与汇报者推论区分开。第二篇作者明确承认缺少系统数据质量评估，其他问题是基于方法与实验设计提出的后续检验，不表述为已经证实的缺陷。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前两项来自 ReFi-GAD 结论，第三项来自 AG-Forge 结论。最后一项是本次精读提出的实验建议，优先考虑可验证、能控制变量的改进。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spc="200" kern="0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方向概览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图异常检测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识别异常节点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57400" y="2350008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615184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615184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通用检测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迁移至未见目标图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3502152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767328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767328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两个瓶颈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特征异质与训练稀缺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57400" y="4654296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919472"/>
            <a:ext cx="152704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4919472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统一关系指纹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30552" y="4919472"/>
            <a:ext cx="152704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85416" y="4919472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合成数据训练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035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Generalist GAD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1005840"/>
            <a:ext cx="7162495" cy="13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通用图异常检测：</a:t>
            </a:r>
            <a:endParaRPr lang="en-US" sz="4000" dirty="0"/>
          </a:p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从特征对齐到合成数据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572000" y="2409952"/>
            <a:ext cx="7162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与 AG-Forge 论文精读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572000" y="3141472"/>
            <a:ext cx="822960" cy="7315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7007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Relational Fingerprints for Cross-graph Transfer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378155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Synthetic Graphs with Topology-Semantic Coordination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0" y="5303520"/>
            <a:ext cx="6858000" cy="36576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548640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 报 人：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[ 汇报人姓名 ]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589788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汇报时长：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20–30 分钟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630936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汇报日期：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2026 年 10 月 23 日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367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54480" y="267004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5511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动机：预训练为何失效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54480" y="3054096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9352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方法：指纹与自适应编码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554480" y="343814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319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实验：收益与边界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54480" y="427939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41605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动机：训练数据稀缺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554480" y="4663440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45445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方法：生成器与双流模型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554480" y="504748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92861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实验：替代性与增益来源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5431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3126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77240" y="58887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7698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问题设定：训练一次，迁移到未见图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来源：ReFi-GAD，arXiv:2605.25429v1，§3、§5.1；来源：AG-Forge / TS-GGAD，arXiv:2610.12167v1，§2、§4.1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 GAD 在源图学习，目标图上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不更新模型参数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本次两种方法都利用目标图中的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带标签支撑节点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传统图异常检测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通常在目标图上训练并检测，换图后需要重新训练。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5887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5498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本次精读的通用设定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71600" y="40409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39979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训练源图与测试目标图分离，支撑集提供正常和异常样本作参照。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“测试时免训练”仍需目标图的特征与结构，也需要少量标签。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48689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8300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共同评测口径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71600" y="53211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6" name="Text 23"/>
          <p:cNvSpPr/>
          <p:nvPr/>
        </p:nvSpPr>
        <p:spPr>
          <a:xfrm>
            <a:off x="1645920" y="52781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在 14 个真实图上报告 AUROC / AUPRC，跨目标图共用超参数。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两篇论文分别改进通用 GAD 的哪一环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来源：ReFi-GAD，arXiv:2605.25429v1，引言与相关工作；来源：AG-Forge / TS-GGAD，arXiv:2610.12167v1，引言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主线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先解决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输入可迁移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，再探索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训练数据可扩展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环节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既有做法 / 现象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论文切入点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输入对齐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PCA / SVD 统一特征维度，语义仍可能错位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ReFi-GAD：用关系统计量构建统一输入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检测模型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ARC、UNPrompt、IA-GGAD 等引入跨图先验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利用支撑集提供目标图上下文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训练数据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既有模型仅用 1–7 个真实图，平均约 9 万节点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AG-Forge：可组合、难度可控的异常图生成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规模利用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更多合成数据未让既有模型显著变强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TS-GGAD：双流表达与课程学习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统一输入为跨域学习提供基础，扩展数据还需要模型与训练策略配合。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动机：预训练为何失效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方法：指纹与自适应编码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实验：收益与边界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动机：预训练为何失效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方法：指纹与自适应编码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实验：收益与边界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动机一：源图预训练常常产生负迁移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来源：ReFi-GAD，arXiv:2605.25429v1，Fig.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描述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既有方法在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7–9 个目标图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上出现负迁移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在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12 个目标图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上获得正迁移</a:t>
            </a:r>
            <a:endParaRPr lang="en-US" sz="1700" dirty="0"/>
          </a:p>
        </p:txBody>
      </p:sp>
      <p:pic>
        <p:nvPicPr>
          <p:cNvPr id="13" name="Image 0" descr="/workspace/scratch/b7a8f7aeec14/work/figs/refi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53188"/>
            <a:ext cx="4201324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553188"/>
            <a:ext cx="4201324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6126480"/>
            <a:ext cx="45670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Fig. 1：预训练相对免训练版本的增益，括号为负迁移数与正迁移数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15724" y="3328533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35764" y="3297418"/>
            <a:ext cx="625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平均收益并不稳定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801524" y="3744204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6075844" y="3708898"/>
            <a:ext cx="561293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ARC 与 IA-GGAD 略有正增益，另两种方法的平均值为负。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115724" y="418806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35764" y="4156954"/>
            <a:ext cx="625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平均增益为 +4.67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801524" y="460374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6075844" y="4568434"/>
            <a:ext cx="561293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这是图中报告的 AUROC 增益，不能与跨方法差距混用。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115724" y="504760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35764" y="5016490"/>
            <a:ext cx="6253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需要区分架构先验与训练收益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801524" y="546327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7" name="Text 23"/>
          <p:cNvSpPr/>
          <p:nvPr/>
        </p:nvSpPr>
        <p:spPr>
          <a:xfrm>
            <a:off x="6075844" y="5427970"/>
            <a:ext cx="561293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免训练版本是检验预训练贡献的重要参照。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动机二：维度一致，语义仍可能错位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来源：ReFi-GAD，arXiv:2605.25429v1，Fig. 2 与引言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洞察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PCA 对齐后，特征仍明显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按数据集聚类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免训练模型的表现依赖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邻域一致性先验</a:t>
            </a:r>
            <a:endParaRPr lang="en-US" sz="1700" dirty="0"/>
          </a:p>
        </p:txBody>
      </p:sp>
      <p:pic>
        <p:nvPicPr>
          <p:cNvPr id="13" name="Image 0" descr="/workspace/scratch/b7a8f7aeec14/work/figs/refi_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85508"/>
            <a:ext cx="6035040" cy="326293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685508"/>
            <a:ext cx="6035040" cy="3262931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994159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Fig. 2：PCA 特征的 t-SNE，以及移除邻域一致性模块的消融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49440" y="313244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69480" y="310133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原始属性的含义不同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635240" y="354811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7909560" y="3512810"/>
            <a:ext cx="3779215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如词袋特征与用户统计量，投影后仍保留分布差异。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949440" y="418806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69480" y="4156954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移除邻域一致性，性能下降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7635240" y="460374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7909560" y="4568434"/>
            <a:ext cx="3779215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三种模型的平均 AUROC 均降低，说明关系线索有价值。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949440" y="5243693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69480" y="521257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从数值对齐转向关系对齐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7635240" y="5659364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7" name="Text 23"/>
          <p:cNvSpPr/>
          <p:nvPr/>
        </p:nvSpPr>
        <p:spPr>
          <a:xfrm>
            <a:off x="7909560" y="5624058"/>
            <a:ext cx="377921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用节点与邻域、全局背景的关系描述异常。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动机：预训练为何失效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方法：指纹与自适应编码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实验：收益与边界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ReFi-GAD：先提取关系，再学习跨域模式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来源：ReFi-GAD，arXiv:2605.25429v1，Fig. 3、§4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思想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以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五维关系指纹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替代异质原始输入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共享编码后，再按目标图上下文做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SNR 自适应细化</a:t>
            </a:r>
            <a:endParaRPr lang="en-US" sz="1700" dirty="0"/>
          </a:p>
        </p:txBody>
      </p:sp>
      <p:pic>
        <p:nvPicPr>
          <p:cNvPr id="13" name="Image 0" descr="/workspace/scratch/b7a8f7aeec14/work/figs/refi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35" y="2553188"/>
            <a:ext cx="10536225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7735" y="2553188"/>
            <a:ext cx="10536225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7735" y="6126480"/>
            <a:ext cx="105362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Fig. 3：关系指纹提取、域共享编码、域自适应细化与异常打分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关系指纹：五个维度各自提供什么信息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来源：ReFi-GAD，arXiv:2605.25429v1，§4.1，Eq. 1–7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原理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所有图共享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同一组关系语义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，逐维排名统一尺度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计算直觉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异常线索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31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NP 邻域位置一致性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相似度加权图卷积后，与邻居的平均欧氏距离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偏离局部社区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ND 邻域方向一致性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同一表示上，与邻居的平均余弦相似度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局部语义不一致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GD 全局方向一致性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两阶图卷积后，与全局均值方向比较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偏离全局背景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d 节点度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节点的连接数量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连接异常高或低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LC 局部聚类系数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邻居之间形成三角形的紧密程度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局部社区组织异常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597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统一处理：r(m) = rank(m) / n，将绝对数值转为图内相对位置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指纹保留可跨图解释的异常关系，但人工选定的统计量也限制了可表达的信息。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共享编码与目标图细化如何协作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来源：ReFi-GAD，arXiv:2605.25429v1，§4.2，Eq. 8–16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结构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Transformer 学习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指纹间的组合关系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SNR 依据当前目标图，强调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更有区分度的维度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带掩码的上下文编码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MLP 投影后进入 Transformer，查询节点只关注支撑节点和自身。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923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4493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支撑节点之间相互可见，不读取查询节点。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545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156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逐维 SNR 加权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 = (hₐ − hₙ)² / (σₙ² + ε)，再由 sigmoid 生成维度权重。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725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7294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异常中心用异常支撑集估计，正常背景同时纳入正常支撑集与查询集。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23466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9580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打分与训练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869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6438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比较查询与异常 / 正常支撑节点的余弦相似性，在源图上用 BCE 训练。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动机：预训练为何失效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方法：指纹与自适应编码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实验：收益与边界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主结果：提升主要体现在较难的迁移组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来源：ReFi-GAD，arXiv:2605.25429v1，Table 1；均值与差值由逐集值计算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在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13 / 14 个图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上获得最高 AUROC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逐集均值核算后，比 IA-GGAD 高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7.40 个百分点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53188"/>
          <a:ext cx="1118585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57400"/>
                <a:gridCol w="2057400"/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Group 1 均值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Group 2 均值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全部均值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平均排名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SmoothGNN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71.66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67.37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69.52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5.43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69.71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75.48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3.50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AnomalyGFM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44.67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52.27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48.47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12.21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67.19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64.83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66.01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5.93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84.93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70.44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77.69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2.86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86.76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83.41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85.08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1.14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收益随目标域变化，Amazon 上 ReFi-GAD 为 71.21，低于 IA-GGAD 的 82.49。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消融：关系指纹贡献大于 SNR 细化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来源：ReFi-GAD，arXiv:2605.25429v1，Table 2、Table 8；均值和差值经计算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替换指纹造成大幅下降，SNR 在其上提供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增量收益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模型变体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全部 14 集均值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Group 2 均值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设计变化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w/o R&amp;D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65.23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59.58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PCA，移除细化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w/o R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64.69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59.31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PCA，保留细化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w/o 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84.38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82.53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保留指纹，移除细化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85.08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83.41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完整模型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20.39 与 24.10 对应不同统计范围：全部数据集与 Group 2，不能据此判定数值矛盾。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动机：训练数据稀缺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方法：生成器与双流模型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实验：替代性与增益来源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动机：训练数据稀缺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方法：生成器与双流模型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实验：替代性与增益来源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数据放大后，模型与训练方式成为新瓶颈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来源：AG-Forge / TS-GGAD，arXiv:2610.12167v1，引言、Fig.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描述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既有模型换成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合成图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训练，平均效果接近真实图训练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TS-GGAD 进一步提升，说明还需改善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模型与训练方式</a:t>
            </a:r>
            <a:endParaRPr lang="en-US" sz="1700" dirty="0"/>
          </a:p>
        </p:txBody>
      </p:sp>
      <p:pic>
        <p:nvPicPr>
          <p:cNvPr id="13" name="Image 0" descr="/workspace/scratch/b7a8f7aeec14/work/figs/forge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53188"/>
            <a:ext cx="3983724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553188"/>
            <a:ext cx="3983724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6126480"/>
            <a:ext cx="4349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Fig. 1：真实源图约 9 万节点，合成图约 100 万节点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98124" y="3328533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18164" y="3297418"/>
            <a:ext cx="64706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稀缺来自采集与标注成本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583924" y="3744204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5858244" y="3708898"/>
            <a:ext cx="583053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异常少见，真实图还受隐私和访问条件限制。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98124" y="418806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18164" y="4156954"/>
            <a:ext cx="64706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合成数据需要兼顾多样性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583924" y="460374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5858244" y="4568434"/>
            <a:ext cx="583053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图结构、属性分布与异常模式相互耦合。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898124" y="504760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18164" y="5016490"/>
            <a:ext cx="64706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数量并不自动转化为收益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583924" y="546327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7" name="Text 23"/>
          <p:cNvSpPr/>
          <p:nvPr/>
        </p:nvSpPr>
        <p:spPr>
          <a:xfrm>
            <a:off x="5858244" y="5427970"/>
            <a:ext cx="583053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数据生成、双流模型和课程学习需要联合评估。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动机：训练数据稀缺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方法：生成器与双流模型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实验：替代性与增益来源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9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造数据，TS-GGAD 学异常证据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来源：AG-Forge / TS-GGAD，arXiv:2610.12167v1，Fig. 2、§3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思想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生成器控制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图结构、属性、异常和难度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双流模型结合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课程学习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利用合成训练集</a:t>
            </a:r>
            <a:endParaRPr lang="en-US" sz="1700" dirty="0"/>
          </a:p>
        </p:txBody>
      </p:sp>
      <p:pic>
        <p:nvPicPr>
          <p:cNvPr id="13" name="Image 0" descr="/workspace/scratch/b7a8f7aeec14/work/figs/forge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6923" y="2553188"/>
            <a:ext cx="6837850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676923" y="2553188"/>
            <a:ext cx="6837850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38248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Fig. 2：上方为数据生成，下方为双流检测与课程学习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合成流水线：覆盖不同环境与异常模式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来源：AG-Forge / TS-GGAD，arXiv:2610.12167v1，§3.1，Eq. 1–4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数据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各阶段可组合，并用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δ 控制异常难度</a:t>
            </a:r>
            <a:endParaRPr lang="en-US" sz="1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846320"/>
                <a:gridCol w="4663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阶段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可选机制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如何产生多样性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结构生成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CS 社区、SF 无标度、PB 投影二部、SW 小世界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改变社区关系、枢纽结构、共享邻居与长程连接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属性生成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Dense 稠密、Sparse 稀疏、Binary 二值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社区潜在中心叠加节点扰动，再随机投影与类型转换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15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异常注入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LD 局部稠密、LC 链接集中、AS 属性抑制、CD 社区分散、Mix 混合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改变连接与属性，并通过扰动强度和伪装程度调节难度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δ 越大通常越难检出，它既控制合成异常，也为课程学习提供初始难度顺序。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TS-GGAD：互补证据与由易到难的学习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来源：AG-Forge / TS-GGAD，arXiv:2610.12167v1，§3.2–3.3，Eq. 5–13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拓扑关系与原始属性提供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互补异常证据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图级与节点级难度共同影响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训练重点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拓扑流与语义流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五维关系统计量配 Transformer，另一路用 PCA、地标散射归一化和 MLP。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5887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5498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节点级证据融合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71600" y="40409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39979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各分支比较正常与异常支撑节点的相似度，以关系描述预测两路门控权重。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5800" y="45031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4642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课程学习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71600" y="49553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9123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按 δ 逐步放入难图，再依据异常损失的 EMA 提高难图采样概率。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371600" y="53211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6" name="Text 23"/>
          <p:cNvSpPr/>
          <p:nvPr/>
        </p:nvSpPr>
        <p:spPr>
          <a:xfrm>
            <a:off x="1645920" y="52781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节点级 focal loss 强调难样本，融合结果与两个分支分别接受监督。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动机：训练数据稀缺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方法：生成器与双流模型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实验：替代性与增益来源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主结果：纯合成训练可行，但收益依赖学习方式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来源：AG-Forge / TS-GGAD，arXiv:2610.12167v1，Table 1 逐集均值计算；真实 TS 仅见 Fig.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纯合成训练的 TS-GGAD 在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全部 14 个图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上排名第一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比真实训练 ReFi 高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5.39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，比合成训练 ReFi 高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5.03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个百分点</a:t>
            </a:r>
            <a:endParaRPr lang="en-US" sz="1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53188"/>
          <a:ext cx="1118585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292608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真实源图训练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合成图训练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均值变化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90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74.82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74.79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-0.03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0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-0.06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0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76.92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76.79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-0.13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0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81.22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81.59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+0.37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0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TS-GGAD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82.9（Fig. 1）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86.61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约 +3.7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合成图对旧模型的平均影响很小，额外收益来自数据、模型和训练策略的共同变化。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消融：关系流是基础，语义与课程仍有贡献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来源：AG-Forge / TS-GGAD，arXiv:2610.12167v1，Fig. 3–4、Table 6–7；完整均值 86.61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移除拓扑流损失最大，课程学习与语义流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也均有贡献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2468880"/>
                <a:gridCol w="25603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消融对象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变体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AUROC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相对完整模型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76994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TS-GGAD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移除拓扑流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−20.48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94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移除课程学习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81.18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−5.43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94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移除语义流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82.03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−4.58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94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以简单融合替代门控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85.64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−0.97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94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生成策略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去掉一种结构机制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83.07–85.22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−2.33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94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去掉一种属性机制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84.29–85.57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−1.80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94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去掉一种异常机制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85.33–85.66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−1.07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拓扑关系仍是主要信号，语义分支与训练课程补足了仅靠关系统计量的不足。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两篇论文的关系：扩展同一条技术路线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来源：ReFi-GAD，arXiv:2605.25429v1，§5.1、结论；来源：AG-Forge / TS-GGAD，arXiv:2610.12167v1，§4.1、结论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横向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第二篇延续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关系指纹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，并补充属性证据与合成训练</a:t>
            </a:r>
            <a:endParaRPr lang="en-US" sz="1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 + TS-GGAD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5025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主要瓶颈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特征维度统一后，语义仍错位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真实异常图训练数据稀缺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5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方法增量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人工关系指纹与 SNR 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组合生成、双流证据与课程学习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5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训练来源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真实源图，两组交替训练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纯合成图，真实图用于测试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5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各自报告的均值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85.08，默认每类 k=50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86.61，默认支撑参数 K=30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5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作者自述局限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依赖上下文支撑样本，指纹需人工设计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缺少系统的合成数据质量评估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两篇原报均值的直接相减不构成受控比较，结论应优先建立在各自论文内部对照上。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值得讨论：证据能支持到哪一步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来源：两篇论文设定与分析；讨论中的检验建议为汇报者提出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讨论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实验范围与统计口径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决定结论边界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同一基线跨论文存在差异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均值为 85.08 与 81.22，支撑设置不同，其他因素仍需受控复现。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5044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4655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“少量标签”是否构成实际部署成本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71600" y="39566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39136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第一篇默认每类 50 个支撑节点，测试阶段仍需要异常标签。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5800" y="44188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3799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合成覆盖的证据仍偏定性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71600" y="48710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8280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t-SNE 的重叠不能替代质量度量，应检查未知异常类型与跨域泛化。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3332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2943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容量解释需要进一步隔离变量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7854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7424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在相同参数量、训练预算和数据量下，分别验证语义流与课程学习。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ReFi-GAD：关系指纹对齐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对比与讨论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未来方向：从可迁移输入到可评估的训练数据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来源：ReFi-GAD，arXiv:2605.25429v1，结论；来源：AG-Forge / TS-GGAD，arXiv:2610.12167v1，结论；末项为汇报者建议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201117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95681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减少测试时对标签支撑的依赖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Zero-shot Generalist GAD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371600" y="250139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2" name="Text 9"/>
          <p:cNvSpPr/>
          <p:nvPr/>
        </p:nvSpPr>
        <p:spPr>
          <a:xfrm>
            <a:off x="1645920" y="245059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第一篇作者方向：探索无标签上下文的可靠异常打分。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306273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00837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学习关系指纹的选择与组合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Learned Relational Fingerprints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371600" y="355295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50215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第一篇作者方向：降低人工设计依赖，并检验属性信息损失。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5800" y="411429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5993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建立合成图质量与筛选标准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Synthetic Data Evaluation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371600" y="460451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455371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第二篇作者方向：衡量多样性、真实性与下游迁移收益。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516585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511149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开展固定预算的规模实验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Controlled Scaling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371600" y="565607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560527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汇报者建议：对齐支撑设置、参数量与算力，分离数据和模型的增益。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5200" b="1" spc="1000" kern="0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谢 谢 聆 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i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Thank You  &amp;  Questions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38648" y="173736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6" name="Shape 4"/>
          <p:cNvSpPr/>
          <p:nvPr/>
        </p:nvSpPr>
        <p:spPr>
          <a:xfrm>
            <a:off x="5638648" y="507492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欢迎批评指正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通用图异常检测：从特征对齐到合成数据</dc:title>
  <dc:subject>PptxGenJS Presentation</dc:subject>
  <dc:creator>[ 汇报人姓名 ]</dc:creator>
  <cp:lastModifiedBy>[ 汇报人姓名 ]</cp:lastModifiedBy>
  <cp:revision>1</cp:revision>
  <dcterms:created xsi:type="dcterms:W3CDTF">2026-10-23T15:19:47Z</dcterms:created>
  <dcterms:modified xsi:type="dcterms:W3CDTF">2026-10-23T15:19:47Z</dcterms:modified>
</cp:coreProperties>
</file>